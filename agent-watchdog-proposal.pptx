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3FD0D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600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agent-watchdog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96112" y="2697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guard for AI coding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96112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 +  AI  +  Human   —   never AI alone.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" y="457200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18232F"/>
          </a:solidFill>
          <a:ln w="19050">
            <a:solidFill>
              <a:srgbClr val="1F9D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572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07792" y="457200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18232F"/>
          </a:solidFill>
          <a:ln w="19050">
            <a:solidFill>
              <a:srgbClr val="C789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4572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919472" y="457200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18232F"/>
          </a:solidFill>
          <a:ln w="19050">
            <a:solidFill>
              <a:srgbClr val="D14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4572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1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5852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a command before it runs and decides ALLOW · BLOCK · ASK-a-human.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 — and serious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 now run terminal commands </a:t>
            </a:r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own</a:t>
            </a:r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10896" cy="310896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31136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50-year-old design flaw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like rm -rf have no undo and no trash — by design since 1971.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10896" cy="310896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099816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new, tireless driver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runs them with no hesitation — the pause a human has is gone.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968496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documented data-loss incidents — reported through early 2026.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371600"/>
            <a:ext cx="109728" cy="1417320"/>
          </a:xfrm>
          <a:prstGeom prst="roundRect">
            <a:avLst>
              <a:gd name="adj" fmla="val 41667"/>
            </a:avLst>
          </a:prstGeom>
          <a:solidFill>
            <a:srgbClr val="D144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179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rm -rf ~/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93852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a user's entire home directory: desktop, documents, keychain.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29718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2971800"/>
            <a:ext cx="109728" cy="1417320"/>
          </a:xfrm>
          <a:prstGeom prst="roundRect">
            <a:avLst>
              <a:gd name="adj" fmla="val 41667"/>
            </a:avLst>
          </a:prstGeom>
          <a:solidFill>
            <a:srgbClr val="D1443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1181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— Jan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353872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15 years of family photos (15,000+ files), skipping the Trash.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45720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4572000"/>
            <a:ext cx="109728" cy="1417320"/>
          </a:xfrm>
          <a:prstGeom prst="roundRect">
            <a:avLst>
              <a:gd name="adj" fmla="val 41667"/>
            </a:avLst>
          </a:prstGeom>
          <a:solidFill>
            <a:srgbClr val="D1443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7183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513892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wiped a production database AND its backups in 9 seconds.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goes wrong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1945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1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delete a production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its backups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18288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21945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7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617720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family photos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erased in one run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21945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hr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8412480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outage from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incident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hypothetical. Docker even runs a blog series: “Coding Agent Horror Stories.”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 — before anything runs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never runs the command. It reads it and gives one verdict, like a traffic light.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7088" y="2286000"/>
            <a:ext cx="914400" cy="914400"/>
          </a:xfrm>
          <a:prstGeom prst="ellipse">
            <a:avLst/>
          </a:prstGeom>
          <a:solidFill>
            <a:srgbClr val="1F9D57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safe.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run.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709160"/>
            <a:ext cx="26060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9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96596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14416" y="2286000"/>
            <a:ext cx="914400" cy="914400"/>
          </a:xfrm>
          <a:prstGeom prst="ellipse">
            <a:avLst/>
          </a:prstGeom>
          <a:solidFill>
            <a:srgbClr val="C7891A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0288" y="3429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Risky, but maybe intended.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decides.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4709160"/>
            <a:ext cx="26060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8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81744" y="2286000"/>
            <a:ext cx="914400" cy="914400"/>
          </a:xfrm>
          <a:prstGeom prst="ellipse">
            <a:avLst/>
          </a:prstGeom>
          <a:solidFill>
            <a:srgbClr val="D1443A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7616" y="3429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destructive.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outright.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0496" y="4709160"/>
            <a:ext cx="26060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4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design: Rules + AI + Human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01368"/>
            <a:ext cx="658368" cy="658368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0756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list of dangerous patterns (rm -rf, DROP TABLE, curl | bash). Deterministic and reliable.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21240" y="1892808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E8C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124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401568"/>
            <a:ext cx="658368" cy="658368"/>
          </a:xfrm>
          <a:prstGeom prst="ellipse">
            <a:avLst/>
          </a:prstGeom>
          <a:solidFill>
            <a:srgbClr val="C7891A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01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second opinion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6758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novel / disguised dangers the rules don't list (find -delete, kubectl delete). Catches the new stuff.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921240" y="3493008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789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3493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optional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001768"/>
            <a:ext cx="658368" cy="658368"/>
          </a:xfrm>
          <a:prstGeom prst="ellipse">
            <a:avLst/>
          </a:prstGeom>
          <a:solidFill>
            <a:srgbClr val="1F9D57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001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828800" y="4800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52760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ASK goes to a person who knows the intent. The final judge — never skipped.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921240" y="5093208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9D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5093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command flows inside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480560" y="1234440"/>
            <a:ext cx="3200400" cy="658368"/>
          </a:xfrm>
          <a:prstGeom prst="roundRect">
            <a:avLst>
              <a:gd name="adj" fmla="val 12500"/>
            </a:avLst>
          </a:prstGeom>
          <a:solidFill>
            <a:srgbClr val="0E1621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617720" y="13258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command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06440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286000"/>
            <a:ext cx="5943600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23774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check the rule list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known-danger pattern?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281160" y="2487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BLOCK or ASK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3127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312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3520440"/>
            <a:ext cx="5943600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36118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add up danger points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0.5 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81160" y="3721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high → ASK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06440" y="4361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4361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objected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4754880"/>
            <a:ext cx="3200400" cy="658368"/>
          </a:xfrm>
          <a:prstGeom prst="roundRect">
            <a:avLst>
              <a:gd name="adj" fmla="val 12500"/>
            </a:avLst>
          </a:prstGeom>
          <a:solidFill>
            <a:srgbClr val="1F9D57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4846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run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0E1621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ASK  →  LAYER 3: </a:t>
            </a:r>
            <a:pPr algn="ctr"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types y / n  →  final ALLOW or BLOCK.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 Measured, not claimed.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21031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04088" y="3154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commands caught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(hybrid, on the benchmark)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64992" y="18288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64992" y="21031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02152" y="3154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 commands wrongly flagged)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3056" y="18288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63056" y="21031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300216" y="3154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0" y="18288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0" y="21031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098280" y="3154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benchmark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709160"/>
            <a:ext cx="11055096" cy="1234440"/>
          </a:xfrm>
          <a:prstGeom prst="roundRect">
            <a:avLst>
              <a:gd name="adj" fmla="val 6667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of the AI layer:  </a:t>
            </a:r>
            <a:pPr algn="ctr" indent="0" marL="0">
              <a:buNone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alone catch only </a:t>
            </a:r>
            <a:pPr algn="ctr" indent="0" marL="0">
              <a:buNone/>
            </a:pPr>
            <a:r>
              <a:rPr lang="en-US" sz="1550" b="1" dirty="0">
                <a:solidFill>
                  <a:srgbClr val="D1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pPr algn="ctr" indent="0" marL="0">
              <a:buNone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dangers  →  add the AI layer  →  </a:t>
            </a:r>
            <a:pPr algn="ctr" indent="0" marL="0">
              <a:buNone/>
            </a:pPr>
            <a:r>
              <a:rPr lang="en-US" sz="155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algn="ctr" indent="0" marL="0">
              <a:buNone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Novel-danger recall: 0% → 100%.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to break it on purpose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red-team harness of 186 curated attacks + fuzzers (~900 checks) — disguises, traps, and edge cases.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dangers (plain)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1883664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883664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1F9D5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(r''m, \rm, $VARS)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450592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2450592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1F9D5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2395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dangers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3017520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1F9D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29626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95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Safe-but-scary (must NOT flag)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584448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3584448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0E8C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0" y="3529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96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4151376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4151376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1F9D5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4096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35/35 whitespace  ·  320/320 combinatorial  ·  336/336 mutation fuzz caught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false alarms.  Only the mathematically-impossible runtime-assembled commands leak — reported openly.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limit — and how to cover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text guard can catch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9377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p=r; c=m; ${p}${c} -rf 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isn't in the text — the shell builds it at runtime. A tool that reads text cannot see a command that doesn't exist yet.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4846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“Fixing” this by matching -rf / is theater — the attacker just writes -rf /home instead.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0E1621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457200" cy="457200"/>
          </a:xfrm>
          <a:prstGeom prst="ellipse">
            <a:avLst/>
          </a:prstGeom>
          <a:solidFill>
            <a:srgbClr val="3FD0D8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176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guard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633472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agent-watchdog: rules → AI → human. Catches known, novel, and unanalyzable indirection.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931920"/>
            <a:ext cx="457200" cy="457200"/>
          </a:xfrm>
          <a:prstGeom prst="ellipse">
            <a:avLst/>
          </a:prstGeom>
          <a:solidFill>
            <a:srgbClr val="3FD0D8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4370832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unprivileged user / gVisor. Contains the runtime-assembled layer the guard can't see.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makes danger reviewable; the sandbox makes the rest survivable.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documented, open-source Python package — not just a script.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21408"/>
            <a:ext cx="603504" cy="603504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751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Python files (~1,200 lines): rules, AI judge, human, orchestrator, file-ops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121408"/>
            <a:ext cx="603504" cy="603504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9751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3774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labeled commands (safe / known / novel) in a CSV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93008"/>
            <a:ext cx="603504" cy="603504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4930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3467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scoreboard + stress_test.py red-team + demo.py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493008"/>
            <a:ext cx="603504" cy="603504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8232" y="34930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33467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749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pytest tests across all layers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64608"/>
            <a:ext cx="603504" cy="603504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4864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47183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120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CONTRIBUTING, MIT license, JOSS-style paper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864608"/>
            <a:ext cx="603504" cy="603504"/>
          </a:xfrm>
          <a:prstGeom prst="ellipse">
            <a:avLst/>
          </a:prstGeom>
          <a:solidFill>
            <a:srgbClr val="0E8C93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28232" y="4864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47183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120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— runs tests + benchmark on every push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 ·  with regex, CSV, YAML, TOML, Markdown supporting 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— honestly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109728" cy="1298448"/>
          </a:xfrm>
          <a:prstGeom prst="roundRect">
            <a:avLst>
              <a:gd name="adj" fmla="val 41667"/>
            </a:avLst>
          </a:prstGeom>
          <a:solidFill>
            <a:srgbClr val="1F9D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problem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06240" y="16459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recent, high-profile data-loss incidents. Users are genuinely being hurt.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44368"/>
            <a:ext cx="109728" cy="1298448"/>
          </a:xfrm>
          <a:prstGeom prst="roundRect">
            <a:avLst>
              <a:gd name="adj" fmla="val 41667"/>
            </a:avLst>
          </a:prstGeom>
          <a:solidFill>
            <a:srgbClr val="C7891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2724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first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06240" y="3127248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exists (OpenGuardrails, agent-guardrails). This is not a novel invention — and I say so.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25696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425696"/>
            <a:ext cx="109728" cy="1298448"/>
          </a:xfrm>
          <a:prstGeom prst="roundRect">
            <a:avLst>
              <a:gd name="adj" fmla="val 41667"/>
            </a:avLst>
          </a:prstGeom>
          <a:solidFill>
            <a:srgbClr val="0E8C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08576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value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06240" y="4608576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agent-agnostic guard for tools that lack one — and deep, defensible understanding of how these systems work.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edge is intellectual honesty — an adversarial test that reports its own failures. Most tools don't.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three sentences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7826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47088"/>
            <a:ext cx="457200" cy="457200"/>
          </a:xfrm>
          <a:prstGeom prst="ellipse">
            <a:avLst/>
          </a:prstGeom>
          <a:solidFill>
            <a:srgbClr val="3FD0D8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AI + Human — never AI alone.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698480" cy="1051560"/>
          </a:xfrm>
          <a:prstGeom prst="roundRect">
            <a:avLst>
              <a:gd name="adj" fmla="val 7826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081528"/>
            <a:ext cx="457200" cy="457200"/>
          </a:xfrm>
          <a:prstGeom prst="ellipse">
            <a:avLst/>
          </a:prstGeom>
          <a:solidFill>
            <a:srgbClr val="1F9D57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78892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known and novel dangers, flags the unanalyzable ones, and is honest about the one it can't.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0698480" cy="1051560"/>
          </a:xfrm>
          <a:prstGeom prst="roundRect">
            <a:avLst>
              <a:gd name="adj" fmla="val 7826"/>
            </a:avLst>
          </a:prstGeom>
          <a:solidFill>
            <a:srgbClr val="18232F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4315968"/>
            <a:ext cx="457200" cy="457200"/>
          </a:xfrm>
          <a:prstGeom prst="ellipse">
            <a:avLst/>
          </a:prstGeom>
          <a:solidFill>
            <a:srgbClr val="C7891A"/>
          </a:solidFill>
          <a:ln/>
          <a:effectLst>
            <a:outerShdw sx="100000" sy="100000" kx="0" ky="0" algn="bl" rotWithShape="0" blurRad="101600" dist="38100" dir="5400000">
              <a:srgbClr val="0B111A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02336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 guard is perfect — that's why you pair it with a sandbox.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agent-watchdog  ·  a safety guard for AI coding agents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2026-07-30T13:21:33Z</dcterms:created>
  <dcterms:modified xsi:type="dcterms:W3CDTF">2026-07-30T13:21:33Z</dcterms:modified>
</cp:coreProperties>
</file>